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BSP v1.0 vs BSP v2.0</a:t>
            </a:r>
          </a:p>
          <a:p>
            <a:r>
              <a:t>Performance &amp; Operational Comparison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Kafka Platform Benchmark &amp; Architecture Assessment</a:t>
            </a:r>
          </a:p>
          <a:p>
            <a:r>
              <a:t>Containerised Confluent Kafka (KRaft) on OpenShift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Comparison between BSP v1.0 (VM-based Kafka) and BSP v2.0 (OpenShift + CFK + KRaft)</a:t>
            </a:r>
          </a:p>
          <a:p>
            <a:pPr/>
            <a:r>
              <a:t>BSP v1.0 metrics sourced from real multi-day production traffic</a:t>
            </a:r>
          </a:p>
          <a:p>
            <a:pPr/>
            <a:r>
              <a:t>BSP v2.0 metrics sourced from controlled OpenMessaging Benchmark (OMB) tests</a:t>
            </a:r>
          </a:p>
          <a:p>
            <a:pPr/>
            <a:r>
              <a:t>Objective: assess throughput, replication, latency, and operational stability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Overview – BSP v1.0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Infrastructure: BVP v1.0 (Virtual Machines)</a:t>
            </a:r>
          </a:p>
          <a:p>
            <a:pPr/>
            <a:r>
              <a:t>Kafka Deployment: Traditional VM-based Kafka</a:t>
            </a:r>
          </a:p>
          <a:p>
            <a:pPr/>
            <a:r>
              <a:t>Metadata Management: ZooKeeper</a:t>
            </a:r>
          </a:p>
          <a:p>
            <a:pPr/>
            <a:r>
              <a:t>Workload Type: Real production traffic</a:t>
            </a:r>
          </a:p>
          <a:p>
            <a:pPr/>
            <a:r>
              <a:t>Operational History: Long-running, stable workloads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Overview – BSP v2.0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Infrastructure: BCP v2 (Red Hat OpenShift)</a:t>
            </a:r>
          </a:p>
          <a:p>
            <a:pPr/>
            <a:r>
              <a:t>Kafka Deployment: Confluent for Kubernetes (CFK)</a:t>
            </a:r>
          </a:p>
          <a:p>
            <a:pPr/>
            <a:r>
              <a:t>Metadata Management: KRaft (ZooKeeper-less Kafka)</a:t>
            </a:r>
          </a:p>
          <a:p>
            <a:pPr/>
            <a:r>
              <a:t>Workload Type: Controlled OpenMessaging Benchmark (OMB)</a:t>
            </a:r>
          </a:p>
          <a:p>
            <a:pPr/>
            <a:r>
              <a:t>Operational Model: Containerised, cloud-native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Nature of the Data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BSP v1.0 metrics represent real, sustained production workloads</a:t>
            </a:r>
          </a:p>
          <a:p>
            <a:pPr/>
            <a:r>
              <a:t>BSP v2.0 metrics represent short-duration synthetic benchmark tests</a:t>
            </a:r>
          </a:p>
          <a:p>
            <a:pPr/>
            <a:r>
              <a:t>Key interpretation guidance:</a:t>
            </a:r>
          </a:p>
          <a:p>
            <a:pPr lvl="1"/>
            <a:r>
              <a:t>BSP v1.0 shows proven long-term stability</a:t>
            </a:r>
          </a:p>
          <a:p>
            <a:pPr lvl="1"/>
            <a:r>
              <a:t>BSP v2.0 shows maximum capability and scalability potential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Throughput Comparison – Ingress (Bytes In/sec)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BSP v1.0 (VM-based):</a:t>
            </a:r>
          </a:p>
          <a:p>
            <a:pPr lvl="1"/>
            <a:r>
              <a:t>Sustained ingestion: 40–90 MB/sec</a:t>
            </a:r>
          </a:p>
          <a:p>
            <a:pPr lvl="1"/>
            <a:r>
              <a:t>Peak ingestion: ~150 MB/sec</a:t>
            </a:r>
          </a:p>
          <a:p>
            <a:pPr lvl="1"/>
            <a:r>
              <a:t>Predictable daily traffic patterns</a:t>
            </a:r>
          </a:p>
          <a:p>
            <a:pPr/>
            <a:r>
              <a:t>BSP v2.0 (OpenShift / CFK):</a:t>
            </a:r>
          </a:p>
          <a:p>
            <a:pPr lvl="1"/>
            <a:r>
              <a:t>OMB ingestion: ~50 MB/sec to &gt;200 MB/sec</a:t>
            </a:r>
          </a:p>
          <a:p>
            <a:pPr lvl="1"/>
            <a:r>
              <a:t>Achieved despite shared BCP v2 infrastructure</a:t>
            </a:r>
          </a:p>
          <a:p>
            <a:pPr lvl="1"/>
            <a:r>
              <a:t>Short test duration and disk/resource constraints</a:t>
            </a:r>
          </a:p>
          <a:p>
            <a:pPr/>
            <a:r>
              <a:t>Assessment:</a:t>
            </a:r>
          </a:p>
          <a:p>
            <a:pPr lvl="1"/>
            <a:r>
              <a:t>BSP v2.0 matches or exceeds BSP v1.0 peak ingestion</a:t>
            </a:r>
          </a:p>
          <a:p>
            <a:pPr lvl="1"/>
            <a:r>
              <a:t>No fundamental throughput ceiling introduced by OpenShift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Throughput Comparison – Egress (Bytes Out/sec)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BSP v1.0:</a:t>
            </a:r>
          </a:p>
          <a:p>
            <a:pPr lvl="1"/>
            <a:r>
              <a:t>Sustained BytesOut: 200–500 MB/sec</a:t>
            </a:r>
          </a:p>
          <a:p>
            <a:pPr lvl="1"/>
            <a:r>
              <a:t>Peaks up to ~600 MB/sec</a:t>
            </a:r>
          </a:p>
          <a:p>
            <a:pPr lvl="1"/>
            <a:r>
              <a:t>Reflects heavy consumer fan-out</a:t>
            </a:r>
          </a:p>
          <a:p>
            <a:pPr/>
            <a:r>
              <a:t>BSP v2.0:</a:t>
            </a:r>
          </a:p>
          <a:p>
            <a:pPr lvl="1"/>
            <a:r>
              <a:t>OMB focused primarily on producer throughput and latency</a:t>
            </a:r>
          </a:p>
          <a:p>
            <a:pPr lvl="1"/>
            <a:r>
              <a:t>Direct BytesOut comparison requires real workload metrics</a:t>
            </a:r>
          </a:p>
          <a:p>
            <a:pPr/>
            <a:r>
              <a:t>Assessment:</a:t>
            </a:r>
          </a:p>
          <a:p>
            <a:pPr lvl="1"/>
            <a:r>
              <a:t>BSP v1.0 demonstrates strong consumer-side throughput</a:t>
            </a:r>
          </a:p>
          <a:p>
            <a:pPr lvl="1"/>
            <a:r>
              <a:t>BSP v2.0 expected to match/exceed under production load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Traffic Behaviour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BSP v1.0:</a:t>
            </a:r>
          </a:p>
          <a:p>
            <a:pPr lvl="1"/>
            <a:r>
              <a:t>Replication BytesIn: 60–200 MB/sec</a:t>
            </a:r>
          </a:p>
          <a:p>
            <a:pPr lvl="1"/>
            <a:r>
              <a:t>Periodic spikes up to ~400 MB/sec</a:t>
            </a:r>
          </a:p>
          <a:p>
            <a:pPr lvl="1"/>
            <a:r>
              <a:t>Healthy replication with no persistent backlog</a:t>
            </a:r>
          </a:p>
          <a:p>
            <a:pPr/>
            <a:r>
              <a:t>BSP v2.0:</a:t>
            </a:r>
          </a:p>
          <a:p>
            <a:pPr lvl="1"/>
            <a:r>
              <a:t>Replication Factor = 4, min.insync.replicas = 3</a:t>
            </a:r>
          </a:p>
          <a:p>
            <a:pPr lvl="1"/>
            <a:r>
              <a:t>Replication overhead higher but within expected bounds</a:t>
            </a:r>
          </a:p>
          <a:p>
            <a:pPr lvl="1"/>
            <a:r>
              <a:t>No replication throttling or instability observed</a:t>
            </a:r>
          </a:p>
          <a:p>
            <a:pPr/>
            <a:r>
              <a:t>Assessment:</a:t>
            </a:r>
          </a:p>
          <a:p>
            <a:pPr lvl="1"/>
            <a:r>
              <a:t>Both platforms exhibit expected HA replication behaviour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Reassignment &amp; Operational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BSP v1.0:</a:t>
            </a:r>
          </a:p>
          <a:p>
            <a:pPr lvl="1"/>
            <a:r>
              <a:t>Partition reassignment traffic near zero</a:t>
            </a:r>
          </a:p>
          <a:p>
            <a:pPr lvl="1"/>
            <a:r>
              <a:t>Indicates stable, balanced cluster</a:t>
            </a:r>
          </a:p>
          <a:p>
            <a:pPr/>
            <a:r>
              <a:t>BSP v2.0:</a:t>
            </a:r>
          </a:p>
          <a:p>
            <a:pPr lvl="1"/>
            <a:r>
              <a:t>No reassignment activity during benchmarks</a:t>
            </a:r>
          </a:p>
          <a:p>
            <a:pPr lvl="1"/>
            <a:r>
              <a:t>KRaft controllers remained stable under load</a:t>
            </a:r>
          </a:p>
          <a:p>
            <a:pPr/>
            <a:r>
              <a:t>Assessment:</a:t>
            </a:r>
          </a:p>
          <a:p>
            <a:pPr lvl="1"/>
            <a:r>
              <a:t>Operational stability comparable between platforms</a:t>
            </a:r>
          </a:p>
          <a:p>
            <a:pPr lvl="1"/>
            <a:r>
              <a:t>KRaft control plane behaves predictably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Latency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BSP v1.0:</a:t>
            </a:r>
          </a:p>
          <a:p>
            <a:pPr lvl="1"/>
            <a:r>
              <a:t>Latency not explicitly isolated in Grafana views</a:t>
            </a:r>
          </a:p>
          <a:p>
            <a:pPr lvl="1"/>
            <a:r>
              <a:t>Production workloads trade throughput for acceptable latency</a:t>
            </a:r>
          </a:p>
          <a:p>
            <a:pPr/>
            <a:r>
              <a:t>BSP v2.0:</a:t>
            </a:r>
          </a:p>
          <a:p>
            <a:pPr lvl="1"/>
            <a:r>
              <a:t>OMB provides detailed latency metrics</a:t>
            </a:r>
          </a:p>
          <a:p>
            <a:pPr lvl="1"/>
            <a:r>
              <a:t>P50 latency low under moderate load</a:t>
            </a:r>
          </a:p>
          <a:p>
            <a:pPr lvl="1"/>
            <a:r>
              <a:t>P99 / P99.9 increase under saturation</a:t>
            </a:r>
          </a:p>
          <a:p>
            <a:pPr lvl="1"/>
            <a:r>
              <a:t>Tail latency influenced by shared infra and disk contention</a:t>
            </a:r>
          </a:p>
          <a:p>
            <a:pPr/>
            <a:r>
              <a:t>Assessment:</a:t>
            </a:r>
          </a:p>
          <a:p>
            <a:pPr lvl="1"/>
            <a:r>
              <a:t>Latency acceptable for enterprise Kafka workloads</a:t>
            </a:r>
          </a:p>
          <a:p>
            <a:pPr lvl="1"/>
            <a:r>
              <a:t>Expected to improve with dedicated resources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Architectural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BSP v1.0: VM-based, ZooKeeper, vertical/manual scaling</a:t>
            </a:r>
          </a:p>
          <a:p>
            <a:pPr/>
            <a:r>
              <a:t>BSP v2.0: Containerised, KRaft, horizontal declarative scaling</a:t>
            </a:r>
          </a:p>
          <a:p>
            <a:pPr/>
            <a:r>
              <a:t>BSP v2.0 enables:</a:t>
            </a:r>
          </a:p>
          <a:p>
            <a:pPr lvl="1"/>
            <a:r>
              <a:t>Native Kubernetes automation</a:t>
            </a:r>
          </a:p>
          <a:p>
            <a:pPr lvl="1"/>
            <a:r>
              <a:t>Improved isolation at pod level</a:t>
            </a:r>
          </a:p>
          <a:p>
            <a:pPr lvl="1"/>
            <a:r>
              <a:t>Rolling, declarative upgrades</a:t>
            </a:r>
          </a:p>
          <a:p>
            <a:pPr lvl="1"/>
            <a:r>
              <a:t>Enhanced observability (Grafana + K8s metrics)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Current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BSP v2.0 tests were time-bound (~5 minutes)</a:t>
            </a:r>
          </a:p>
          <a:p>
            <a:pPr/>
            <a:r>
              <a:t>Executed on shared BCP v2 infrastructure</a:t>
            </a:r>
          </a:p>
          <a:p>
            <a:pPr/>
            <a:r>
              <a:t>No long-running production-equivalent workloads yet</a:t>
            </a:r>
          </a:p>
          <a:p>
            <a:pPr/>
            <a:r>
              <a:t>BytesOut and replication under real traffic pending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BSP v2.0 on BCP v2 is technically capable of matching or exceeding BSP v1.0 throughput</a:t>
            </a:r>
          </a:p>
          <a:p>
            <a:pPr/>
            <a:r>
              <a:t>No structural performance regression observed moving to OpenShift + CFK</a:t>
            </a:r>
          </a:p>
          <a:p>
            <a:pPr/>
            <a:r>
              <a:t>Primary difference today is operational maturity, not capability</a:t>
            </a:r>
          </a:p>
          <a:p>
            <a:pPr/>
            <a:r>
              <a:t>With dedicated worker nodes and sustained workloads, BSP v2.0 is expected to:</a:t>
            </a:r>
          </a:p>
          <a:p>
            <a:pPr lvl="1"/>
            <a:r>
              <a:t>Meet or exceed BSP v1.0 performance</a:t>
            </a:r>
          </a:p>
          <a:p>
            <a:pPr lvl="1"/>
            <a:r>
              <a:t>Deliver superior scalability, resilience, and operational efficiency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
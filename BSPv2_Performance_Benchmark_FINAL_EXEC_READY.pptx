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BSP v2 Performance Benchmark</a:t>
            </a:r>
          </a:p>
          <a:p>
            <a:r>
              <a:t>(BCP 2.0 – 2.5 DC Architecture)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Throughput, Latency, and Resilience Validation</a:t>
            </a:r>
          </a:p>
          <a:p>
            <a:r>
              <a:t>Internal Stakeholder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(TL;DR)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v2 on BCP 2.0 successfully validated core performance, scalability, and resilience goals.</a:t>
            </a:r>
          </a:p>
          <a:p>
            <a:r>
              <a:t>Sustained throughput of ~200 MB/s with acks=all under multi-tenant load without instability.</a:t>
            </a:r>
          </a:p>
          <a:p>
            <a:r>
              <a:t>Higher E2E latency observed is expected due to consumer lag and shared UAT constraints.</a:t>
            </a:r>
          </a:p>
          <a:p>
            <a:r>
              <a:t>No critical broker-side issues (ISR churn, replica fetcher instability) observed.</a:t>
            </a:r>
          </a:p>
          <a:p>
            <a:r>
              <a:t>Results confirm BSP v2 readiness for controlled production onboarding.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Scope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BSP v2 Kafka platform functionality and baseline performance.</a:t>
            </a:r>
          </a:p>
          <a:p>
            <a:r>
              <a:t>Demonstrate throughput, latency, and multi-tenant behavior.</a:t>
            </a:r>
          </a:p>
          <a:p>
            <a:r>
              <a:t>Compare architectural improvements versus BSP v1.</a:t>
            </a:r>
          </a:p>
          <a:p>
            <a:r>
              <a:t>Identify limitations and tuning considerations for production.</a:t>
            </a:r>
          </a:p>
          <a:p>
            <a:r>
              <a:t>Explicitly exclude full-scale production capacity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Constraints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UAT infrastructure with storage and network limits.</a:t>
            </a:r>
          </a:p>
          <a:p>
            <a:r>
              <a:t>No broker-side tuning applied; client-side tuning only.</a:t>
            </a:r>
          </a:p>
          <a:p>
            <a:r>
              <a:t>Short-duration benchmark runs due to disk retention limits.</a:t>
            </a:r>
          </a:p>
          <a:p>
            <a:r>
              <a:t>E2E latency measured using Kafka native latency tool (seconds).</a:t>
            </a:r>
          </a:p>
          <a:p>
            <a:r>
              <a:t>VM-based clients limit achievable throughput compared to physical hosts.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BSP v2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Containerized Confluent Kafka with KRaft (ZooKeeper removed).</a:t>
            </a:r>
          </a:p>
          <a:p>
            <a:r>
              <a:t>2.5 Data Center topology (SL, GL, North Holt).</a:t>
            </a:r>
          </a:p>
          <a:p>
            <a:r>
              <a:t>Service Load Balancers for broker access; Cilium Gateway for client ingress.</a:t>
            </a:r>
          </a:p>
          <a:p>
            <a:r>
              <a:t>Replication factor = 4, min.insync.replicas = 3.</a:t>
            </a:r>
          </a:p>
          <a:p>
            <a:r>
              <a:t>Architecture optimized for resilience and multi-DC replication.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&amp; Traffic Flow Clarification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Cilium Gateway acts as a reverse proxy for client traffic.</a:t>
            </a:r>
          </a:p>
          <a:p>
            <a:r>
              <a:t>Service Load Balancers provide direct broker port access.</a:t>
            </a:r>
          </a:p>
          <a:p>
            <a:r>
              <a:t>Earlier gateway-only routing introduced extra hops and latency.</a:t>
            </a:r>
          </a:p>
          <a:p>
            <a:r>
              <a:t>Switching to SLBs stabilized replica fetchers and ISR behavior.</a:t>
            </a:r>
          </a:p>
          <a:p>
            <a:r>
              <a:t>Final benchmarks executed with SLB-based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Scenarios Executed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Throughput &amp; Latency (default client configuration).</a:t>
            </a:r>
          </a:p>
          <a:p>
            <a:r>
              <a:t>Throughput-Focused (larger batches, compression, acks tuned).</a:t>
            </a:r>
          </a:p>
          <a:p>
            <a:r>
              <a:t>Latency-Focused (rate-controlled producers).</a:t>
            </a:r>
          </a:p>
          <a:p>
            <a:r>
              <a:t>Multi-tenant tests with parallel producers on independent topics.</a:t>
            </a:r>
          </a:p>
          <a:p>
            <a:r>
              <a:t>Results aggregated (sum), not averaged, for multi-tenant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Sustained ~200 MB/s with acks=all across multiple producers.</a:t>
            </a:r>
          </a:p>
          <a:p>
            <a:r>
              <a:t>Peak throughput &gt;600 MB/s observed with acks=1 on physical hosts.</a:t>
            </a:r>
          </a:p>
          <a:p>
            <a:r>
              <a:t>No significant URP or replica instability at validated levels.</a:t>
            </a:r>
          </a:p>
          <a:p>
            <a:r>
              <a:t>Throughput limited primarily by client VM network capacity.</a:t>
            </a:r>
          </a:p>
          <a:p>
            <a:r>
              <a:t>Demonstrates broker scalability under realistic tenant workloads.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Results – Correct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 native E2E latency is measured in seconds, not milliseconds.</a:t>
            </a:r>
          </a:p>
          <a:p>
            <a:r>
              <a:t>Higher E2E latency correlates with consumer lag, not broker slowness.</a:t>
            </a:r>
          </a:p>
          <a:p>
            <a:r>
              <a:t>Publish latency remains within acceptable millisecond ranges.</a:t>
            </a:r>
          </a:p>
          <a:p>
            <a:r>
              <a:t>When consumers keep pace, E2E latency drops significantly.</a:t>
            </a:r>
          </a:p>
          <a:p>
            <a:r>
              <a:t>E2E latency should not be used as a direct SLA metric.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BSP v1 vs BSP v2 –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v1: VM-based, ZooKeeper-dependent, limited elasticity.</a:t>
            </a:r>
          </a:p>
          <a:p>
            <a:r>
              <a:t>BSP v2: Kubernetes-native, KRaft-based, scalable and resilient.</a:t>
            </a:r>
          </a:p>
          <a:p>
            <a:r>
              <a:t>Improved failure handling and replication behavior in BSP v2.</a:t>
            </a:r>
          </a:p>
          <a:p>
            <a:r>
              <a:t>Operational simplicity and automation significantly improved.</a:t>
            </a:r>
          </a:p>
          <a:p>
            <a:r>
              <a:t>BSP v2 establishes a future-ready Kafka platform foundation.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Observed latency spikes under extreme load → address with consumer scaling.</a:t>
            </a:r>
          </a:p>
          <a:p>
            <a:r>
              <a:t>Shared UAT constraints → dedicated perf environment recommended.</a:t>
            </a:r>
          </a:p>
          <a:p>
            <a:r>
              <a:t>VM client limitations → production clients expected to perform better.</a:t>
            </a:r>
          </a:p>
          <a:p>
            <a:r>
              <a:t>Further tuning possible via broker and network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v2 meets functional and performance expectations for initial rollout.</a:t>
            </a:r>
          </a:p>
          <a:p>
            <a:r>
              <a:t>Architecture validated for multi-tenant and multi-DC operation.</a:t>
            </a:r>
          </a:p>
          <a:p>
            <a:r>
              <a:t>No blockers identified for controlled production adoption.</a:t>
            </a:r>
          </a:p>
          <a:p>
            <a:r>
              <a:t>Further benchmarking recommended in a dedicated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– Benchmark Data (Reference)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OMB-based balanced, throughput-focused, and latency-focused results.</a:t>
            </a:r>
          </a:p>
          <a:p>
            <a:r>
              <a:t>Multi-tenant throughput aggregated across independent producers.</a:t>
            </a:r>
          </a:p>
          <a:p>
            <a:r>
              <a:t>E2E latency percentiles documented separately per data center.</a:t>
            </a:r>
          </a:p>
          <a:p>
            <a:r>
              <a:t>Raw data retained in Confluence for audit and traceability.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